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3"/>
    <p:sldId id="257" r:id="rId4"/>
    <p:sldId id="258" r:id="rId5"/>
  </p:sldIdLst>
</p:presentation>
</file>

<file path=ppt/_rels/presentation.xml.rels><?xml version="1.0" encoding="UTF-8" standalone="yes"?><Relationships xmlns="http://schemas.openxmlformats.org/package/2006/relationships"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sp>
        <p:nvSpPr>
          <p:cNvPr id="901" name="Notes"/>
          <p:cNvSpPr/>
          <p:nvPr>
            <p:ph type="body"/>
          </p:nvPr>
        </p:nvSpPr>
        <p:spPr/>
        <p:txBody>
          <a:bodyPr/>
          <a:lstStyle/>
          <a:p>
            <a:r>
              <a:t>Call out extraction confidence.</a:t>
            </a:r>
          </a:p>
          <a:p>
            <a:r>
              <a:rPr i="1"/>
              <a:t>Mention image lightbox.</a:t>
            </a:r>
          </a:p>
        </p:txBody>
      </p:sp>
    </p:spTree>
  </p:cSld>
</p:notes>
</file>

<file path=ppt/slides/_rels/slide1.xml.rels><?xml version="1.0" encoding="UTF-8" standalone="yes"?><Relationships xmlns="http://schemas.openxmlformats.org/package/2006/relationships"><Relationship Id="rIdImage1" Type="http://schemas.openxmlformats.org/officeDocument/2006/relationships/image" Target="../media/wave-y-architecture.png"/><Relationship Id="rIdNotes1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Image2" Type="http://schemas.openxmlformats.org/officeDocument/2006/relationships/image" Target="../media/wave-y-checklist.png"/></Relationships>
</file>

<file path=ppt/slides/_rels/slide3.xml.rels><?xml version="1.0" encoding="UTF-8" standalone="yes"?><Relationships xmlns="http://schemas.openxmlformats.org/package/2006/relationships"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ic="http://schemas.openxmlformats.org/drawingml/2006/picture">
  <p:cSld>
    <p:spTree>
      <p:sp>
        <p:nvSpPr>
          <p:cNvPr id="10" name="Title"/>
          <p:cNvSpPr/>
          <p:nvPr>
            <p:ph type="title"/>
          </p:nvPr>
        </p:nvSpPr>
        <p:spPr/>
        <p:txBody>
          <a:bodyPr/>
          <a:lstStyle/>
          <a:p>
            <a:r>
              <a:t>Wave Y Launch</a:t>
            </a:r>
          </a:p>
        </p:txBody>
      </p:sp>
      <p:sp>
        <p:nvSpPr>
          <p:cNvPr id="20" name="Body"/>
          <p:cNvSpPr/>
          <p:nvPr>
            <p:ph type="body"/>
          </p:nvPr>
        </p:nvSpPr>
        <p:spPr/>
        <p:txBody>
          <a:bodyPr/>
          <a:lstStyle/>
          <a:p>
            <a:r>
              <a:t>Quarterly readiness review</a:t>
            </a:r>
          </a:p>
          <a:p>
            <a:pPr>
              <a:buChar char="•"/>
            </a:pPr>
            <a:r>
              <a:t>DOCX uploads now extract cleanly</a:t>
            </a:r>
          </a:p>
          <a:p>
            <a:pPr>
              <a:buChar char="•"/>
            </a:pPr>
            <a:r>
              <a:rPr b="1"/>
              <a:t>PowerPoint decks</a:t>
            </a:r>
            <a:r>
              <a:t> render as vertical slides</a:t>
            </a:r>
          </a:p>
          <a:p>
            <a:pPr lvl="1">
              <a:buChar char="•"/>
            </a:pPr>
            <a:r>
              <a:t>Warnings surface only when needed</a:t>
            </a:r>
          </a:p>
        </p:txBody>
      </p:sp>
      <p:pic>
        <p:nvPicPr>
          <p:cNvPr id="30" name="Architecture" descr="Architecture snapshot"/>
          <p:cNvPicPr/>
          <p:nvPr/>
        </p:nvPicPr>
        <p:blipFill>
          <a:blip r:embed="rIdImage1"/>
          <a:stretch>
            <a:fillRect/>
          </a:stretch>
        </p:blipFill>
        <p:spPr/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ic="http://schemas.openxmlformats.org/drawingml/2006/picture">
  <p:cSld>
    <p:spTree>
      <p:sp>
        <p:nvSpPr>
          <p:cNvPr id="40" name="Title"/>
          <p:cNvSpPr/>
          <p:nvPr>
            <p:ph type="title"/>
          </p:nvPr>
        </p:nvSpPr>
        <p:spPr/>
        <p:txBody>
          <a:bodyPr/>
          <a:lstStyle/>
          <a:p>
            <a:r>
              <a:t>Deployment Checklist</a:t>
            </a:r>
          </a:p>
        </p:txBody>
      </p:sp>
      <p:sp>
        <p:nvSpPr>
          <p:cNvPr id="50" name="Checklist"/>
          <p:cNvSpPr/>
          <p:nvPr>
            <p:ph type="body"/>
          </p:nvPr>
        </p:nvSpPr>
        <p:spPr/>
        <p:txBody>
          <a:bodyPr/>
          <a:lstStyle/>
          <a:p>
            <a:pPr>
              <a:buAutoNum type="arabicPeriod" startAt="1"/>
            </a:pPr>
            <a:r>
              <a:t>Upload the DOCX fixture</a:t>
            </a:r>
          </a:p>
          <a:p>
            <a:pPr>
              <a:buAutoNum type="arabicPeriod" startAt="1"/>
            </a:pPr>
            <a:r>
              <a:t>Verify table rendering</a:t>
            </a:r>
          </a:p>
          <a:p>
            <a:pPr>
              <a:buAutoNum type="arabicPeriod" startAt="1"/>
            </a:pPr>
            <a:r>
              <a:t>Confirm image lightbox</a:t>
            </a:r>
          </a:p>
          <a:p>
            <a:pPr lvl="1">
              <a:buAutoNum type="arabicPeriod" startAt="1"/>
            </a:pPr>
            <a:r>
              <a:t>Inspect mobile scroll behavior</a:t>
            </a:r>
          </a:p>
        </p:txBody>
      </p:sp>
      <p:pic>
        <p:nvPicPr>
          <p:cNvPr id="60" name="Checklist" descr="Checklist illustration"/>
          <p:cNvPicPr/>
          <p:nvPr/>
        </p:nvPicPr>
        <p:blipFill>
          <a:blip r:embed="rIdImage2"/>
          <a:stretch>
            <a:fillRect/>
          </a:stretch>
        </p:blipFill>
        <p:spPr/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ic="http://schemas.openxmlformats.org/drawingml/2006/picture">
  <p:cSld>
    <p:spTree>
      <p:sp>
        <p:nvSpPr>
          <p:cNvPr id="70" name="Appendix"/>
          <p:cNvSpPr/>
          <p:nvPr/>
        </p:nvSpPr>
        <p:spPr/>
        <p:txBody>
          <a:bodyPr/>
          <a:lstStyle/>
          <a:p>
            <a:r>
              <a:t>Appendix details</a:t>
            </a:r>
          </a:p>
          <a:p>
            <a:r>
              <a:rPr i="1"/>
              <a:t>Fallback titles</a:t>
            </a:r>
            <a:r>
              <a:t> are still usable.</a:t>
            </a:r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Wave Y Rich Deck</dc:title>
  <dc:creator>Codex</dc:creator>
  <dcterms:created xsi:type="dcterms:W3CDTF">2026-03-11T08:00:00Z</dcterms:created>
  <dcterms:modified xsi:type="dcterms:W3CDTF">2026-03-11T09:00:00Z</dcterms:modified>
</cp:coreProperties>
</file>