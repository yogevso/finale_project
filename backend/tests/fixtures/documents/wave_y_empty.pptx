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/>
</p:presentation>
</file>

<file path=ppt/_rels/presentation.xml.rels><?xml version="1.0" encoding="UTF-8" standalone="yes"?><Relationships xmlns="http://schemas.openxmlformats.org/package/2006/relationships"></Relationship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Y Empty Deck</dc:title>
  <dc:creator>Codex</dc:creator>
</cp:coreProperties>
</file>